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7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3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4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1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4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7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2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4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1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94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12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86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02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2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1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98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6268" y="457200"/>
            <a:ext cx="85029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AI-Powered Website Content 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6268" y="1724578"/>
            <a:ext cx="8502904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Develop a full-stack application to extract and semantically search website content.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Inputs: Website URL + Search Query → Outputs: Relevant text chunks ranked by meaning.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Frontend: React + </a:t>
            </a:r>
            <a:r>
              <a:rPr dirty="0" err="1"/>
              <a:t>TailwindCSS</a:t>
            </a:r>
            <a:r>
              <a:rPr dirty="0"/>
              <a:t> | Backend: </a:t>
            </a:r>
            <a:r>
              <a:rPr dirty="0" err="1"/>
              <a:t>FastAPI</a:t>
            </a:r>
            <a:r>
              <a:rPr dirty="0"/>
              <a:t> + </a:t>
            </a:r>
            <a:r>
              <a:rPr dirty="0" err="1"/>
              <a:t>SentenceTransformer</a:t>
            </a:r>
            <a:r>
              <a:rPr dirty="0"/>
              <a:t> | DB: </a:t>
            </a:r>
            <a:r>
              <a:rPr dirty="0" err="1"/>
              <a:t>Weaviate</a:t>
            </a:r>
            <a:r>
              <a:rPr dirty="0"/>
              <a:t> Cloud.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Enables AI-based contextual search in real-time.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1835" y="457200"/>
            <a:ext cx="857177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Frontend Design – UI/UX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115" y="1645920"/>
            <a:ext cx="857177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Minimal, responsive React UI with </a:t>
            </a:r>
            <a:r>
              <a:rPr dirty="0" err="1"/>
              <a:t>TailwindCSS</a:t>
            </a:r>
            <a:r>
              <a:rPr dirty="0"/>
              <a:t> for clean design.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Two-input workflow: Website URL + Search Query.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Displays semantic matches with relevance scores and HTML view</a:t>
            </a:r>
            <a:r>
              <a:rPr lang="en-US" dirty="0"/>
              <a:t> </a:t>
            </a:r>
            <a:r>
              <a:rPr dirty="0"/>
              <a:t>toggle.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Framework: React (Vite) | Styling: </a:t>
            </a:r>
            <a:r>
              <a:rPr dirty="0" err="1"/>
              <a:t>TailwindCSS</a:t>
            </a:r>
            <a:r>
              <a:rPr dirty="0"/>
              <a:t> | Data: Axios | State: </a:t>
            </a:r>
            <a:r>
              <a:rPr dirty="0" err="1"/>
              <a:t>useState</a:t>
            </a:r>
            <a:r>
              <a:rPr dirty="0"/>
              <a:t>, </a:t>
            </a:r>
            <a:r>
              <a:rPr dirty="0" err="1"/>
              <a:t>useEffect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050" y="457200"/>
            <a:ext cx="84359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Backend Logic – </a:t>
            </a:r>
            <a:r>
              <a:rPr dirty="0" err="1">
                <a:solidFill>
                  <a:schemeClr val="bg1"/>
                </a:solidFill>
              </a:rPr>
              <a:t>FastAPI</a:t>
            </a:r>
            <a:r>
              <a:rPr dirty="0">
                <a:solidFill>
                  <a:schemeClr val="bg1"/>
                </a:solidFill>
              </a:rPr>
              <a:t>, Parsing, and Tokenization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7065" y="2147365"/>
            <a:ext cx="814987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FastAPI</a:t>
            </a:r>
            <a:r>
              <a:rPr dirty="0">
                <a:solidFill>
                  <a:schemeClr val="bg1"/>
                </a:solidFill>
              </a:rPr>
              <a:t> handles web scraping, text processing, and semantic embedding.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Extracts and cleans HTML using Requests + </a:t>
            </a:r>
            <a:r>
              <a:rPr dirty="0" err="1">
                <a:solidFill>
                  <a:schemeClr val="bg1"/>
                </a:solidFill>
              </a:rPr>
              <a:t>BeautifulSoup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Splits text into 200–500 token chunks using </a:t>
            </a:r>
            <a:r>
              <a:rPr dirty="0" err="1">
                <a:solidFill>
                  <a:schemeClr val="bg1"/>
                </a:solidFill>
              </a:rPr>
              <a:t>Tiktoken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Encodes text into embeddings with </a:t>
            </a:r>
            <a:r>
              <a:rPr dirty="0" err="1">
                <a:solidFill>
                  <a:schemeClr val="bg1"/>
                </a:solidFill>
              </a:rPr>
              <a:t>SentenceTransformer</a:t>
            </a:r>
            <a:r>
              <a:rPr dirty="0">
                <a:solidFill>
                  <a:schemeClr val="bg1"/>
                </a:solidFill>
              </a:rPr>
              <a:t> (MiniLM-L6-v2).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Sends vectors to </a:t>
            </a:r>
            <a:r>
              <a:rPr dirty="0" err="1">
                <a:solidFill>
                  <a:schemeClr val="bg1"/>
                </a:solidFill>
              </a:rPr>
              <a:t>Weaviate</a:t>
            </a:r>
            <a:r>
              <a:rPr dirty="0">
                <a:solidFill>
                  <a:schemeClr val="bg1"/>
                </a:solidFill>
              </a:rPr>
              <a:t> for storage and similarity-based querying.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457200"/>
            <a:ext cx="71637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Vector Database – Semantic Search with </a:t>
            </a:r>
            <a:r>
              <a:rPr dirty="0" err="1"/>
              <a:t>Weaviate</a:t>
            </a:r>
            <a:r>
              <a:rPr dirty="0"/>
              <a:t>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787" y="2218412"/>
            <a:ext cx="8081133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Chosen DB: </a:t>
            </a:r>
            <a:r>
              <a:rPr dirty="0" err="1"/>
              <a:t>Weaviate</a:t>
            </a:r>
            <a:r>
              <a:rPr dirty="0"/>
              <a:t> Cloud (API Key Auth, GCP Asia-Southeast1).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Schema: 'Chunk' class stores text embeddings.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Supports </a:t>
            </a:r>
            <a:r>
              <a:rPr dirty="0" err="1"/>
              <a:t>nearVector</a:t>
            </a:r>
            <a:r>
              <a:rPr dirty="0"/>
              <a:t> queries for meaning-based retrieval.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Integration directly with </a:t>
            </a:r>
            <a:r>
              <a:rPr dirty="0" err="1"/>
              <a:t>FastAPI</a:t>
            </a:r>
            <a:r>
              <a:rPr dirty="0"/>
              <a:t> backend for real-time response.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• Finds contextual matches beyond keyword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58878"/>
            <a:ext cx="7419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Conclusion – Challenges, Learnings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Challenges Faced: Inconsistent HTML, redundant chunks, </a:t>
            </a:r>
            <a:r>
              <a:rPr dirty="0" err="1"/>
              <a:t>Weaviate</a:t>
            </a:r>
            <a:r>
              <a:rPr dirty="0"/>
              <a:t> auth handling.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Lessons Learned: Semantic search &gt; keyword match, efficient chunking boosts precision.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Frontend-Backend synergy for scalable AI-driven systems.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Potential Improvements: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   – Cache embeddings for faster re-search.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   – Add multilingual &amp; hybrid search (semantic + keyword).</a:t>
            </a:r>
          </a:p>
          <a:p>
            <a:pPr>
              <a:spcAft>
                <a:spcPts val="1000"/>
              </a:spcAft>
              <a:defRPr sz="2000">
                <a:solidFill>
                  <a:srgbClr val="F0F0F0"/>
                </a:solidFill>
              </a:defRPr>
            </a:pPr>
            <a:r>
              <a:rPr dirty="0"/>
              <a:t>   – User authentication and persistent history.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</TotalTime>
  <Words>319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 V</cp:lastModifiedBy>
  <cp:revision>2</cp:revision>
  <dcterms:created xsi:type="dcterms:W3CDTF">2013-01-27T09:14:16Z</dcterms:created>
  <dcterms:modified xsi:type="dcterms:W3CDTF">2025-11-12T05:42:32Z</dcterms:modified>
  <cp:category/>
</cp:coreProperties>
</file>